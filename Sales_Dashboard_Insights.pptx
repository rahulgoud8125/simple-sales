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Sales peak during Oct–Dec every year.</a:t>
            </a:r>
          </a:p>
          <a:p>
            <a:r>
              <a:t>2. West region shows highest sales performance.</a:t>
            </a:r>
          </a:p>
          <a:p>
            <a:r>
              <a:t>3. Technology category contributes maximum revenue.</a:t>
            </a:r>
          </a:p>
          <a:p>
            <a:r>
              <a:t>4. Total sales: 2.30M with profit at 286K.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